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2" r:id="rId7"/>
    <p:sldId id="263" r:id="rId8"/>
    <p:sldId id="264" r:id="rId9"/>
    <p:sldId id="265"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6DBDE-1827-4B8A-B8CD-98514A7E1EF8}" v="11" dt="2025-02-19T01:01:25.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76" d="100"/>
          <a:sy n="76" d="100"/>
        </p:scale>
        <p:origin x="77" y="4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gesh Palanisamy" userId="f2bd53d5cc5c9c6e" providerId="LiveId" clId="{0366DBDE-1827-4B8A-B8CD-98514A7E1EF8}"/>
    <pc:docChg chg="custSel modSld sldOrd">
      <pc:chgData name="Logesh Palanisamy" userId="f2bd53d5cc5c9c6e" providerId="LiveId" clId="{0366DBDE-1827-4B8A-B8CD-98514A7E1EF8}" dt="2025-02-19T01:05:18.689" v="1125" actId="27636"/>
      <pc:docMkLst>
        <pc:docMk/>
      </pc:docMkLst>
      <pc:sldChg chg="modSp mod">
        <pc:chgData name="Logesh Palanisamy" userId="f2bd53d5cc5c9c6e" providerId="LiveId" clId="{0366DBDE-1827-4B8A-B8CD-98514A7E1EF8}" dt="2025-02-19T00:46:56.839" v="511" actId="27636"/>
        <pc:sldMkLst>
          <pc:docMk/>
          <pc:sldMk cId="0" sldId="257"/>
        </pc:sldMkLst>
        <pc:spChg chg="mod">
          <ac:chgData name="Logesh Palanisamy" userId="f2bd53d5cc5c9c6e" providerId="LiveId" clId="{0366DBDE-1827-4B8A-B8CD-98514A7E1EF8}" dt="2025-02-19T00:46:56.839" v="511" actId="27636"/>
          <ac:spMkLst>
            <pc:docMk/>
            <pc:sldMk cId="0" sldId="257"/>
            <ac:spMk id="3" creationId="{00000000-0000-0000-0000-000000000000}"/>
          </ac:spMkLst>
        </pc:spChg>
      </pc:sldChg>
      <pc:sldChg chg="modSp mod">
        <pc:chgData name="Logesh Palanisamy" userId="f2bd53d5cc5c9c6e" providerId="LiveId" clId="{0366DBDE-1827-4B8A-B8CD-98514A7E1EF8}" dt="2025-02-19T00:48:44.891" v="550" actId="123"/>
        <pc:sldMkLst>
          <pc:docMk/>
          <pc:sldMk cId="0" sldId="258"/>
        </pc:sldMkLst>
        <pc:spChg chg="mod">
          <ac:chgData name="Logesh Palanisamy" userId="f2bd53d5cc5c9c6e" providerId="LiveId" clId="{0366DBDE-1827-4B8A-B8CD-98514A7E1EF8}" dt="2025-02-19T00:47:54.609" v="543" actId="20577"/>
          <ac:spMkLst>
            <pc:docMk/>
            <pc:sldMk cId="0" sldId="258"/>
            <ac:spMk id="2" creationId="{00000000-0000-0000-0000-000000000000}"/>
          </ac:spMkLst>
        </pc:spChg>
        <pc:spChg chg="mod">
          <ac:chgData name="Logesh Palanisamy" userId="f2bd53d5cc5c9c6e" providerId="LiveId" clId="{0366DBDE-1827-4B8A-B8CD-98514A7E1EF8}" dt="2025-02-19T00:48:44.891" v="550" actId="123"/>
          <ac:spMkLst>
            <pc:docMk/>
            <pc:sldMk cId="0" sldId="258"/>
            <ac:spMk id="3" creationId="{00000000-0000-0000-0000-000000000000}"/>
          </ac:spMkLst>
        </pc:spChg>
      </pc:sldChg>
      <pc:sldChg chg="modSp mod">
        <pc:chgData name="Logesh Palanisamy" userId="f2bd53d5cc5c9c6e" providerId="LiveId" clId="{0366DBDE-1827-4B8A-B8CD-98514A7E1EF8}" dt="2025-02-19T01:05:18.689" v="1125" actId="27636"/>
        <pc:sldMkLst>
          <pc:docMk/>
          <pc:sldMk cId="0" sldId="259"/>
        </pc:sldMkLst>
        <pc:spChg chg="mod">
          <ac:chgData name="Logesh Palanisamy" userId="f2bd53d5cc5c9c6e" providerId="LiveId" clId="{0366DBDE-1827-4B8A-B8CD-98514A7E1EF8}" dt="2025-02-19T00:49:09.253" v="567" actId="2711"/>
          <ac:spMkLst>
            <pc:docMk/>
            <pc:sldMk cId="0" sldId="259"/>
            <ac:spMk id="2" creationId="{00000000-0000-0000-0000-000000000000}"/>
          </ac:spMkLst>
        </pc:spChg>
        <pc:spChg chg="mod">
          <ac:chgData name="Logesh Palanisamy" userId="f2bd53d5cc5c9c6e" providerId="LiveId" clId="{0366DBDE-1827-4B8A-B8CD-98514A7E1EF8}" dt="2025-02-19T01:05:18.689" v="1125" actId="27636"/>
          <ac:spMkLst>
            <pc:docMk/>
            <pc:sldMk cId="0" sldId="259"/>
            <ac:spMk id="3" creationId="{00000000-0000-0000-0000-000000000000}"/>
          </ac:spMkLst>
        </pc:spChg>
      </pc:sldChg>
      <pc:sldChg chg="modSp mod ord">
        <pc:chgData name="Logesh Palanisamy" userId="f2bd53d5cc5c9c6e" providerId="LiveId" clId="{0366DBDE-1827-4B8A-B8CD-98514A7E1EF8}" dt="2025-02-19T00:53:55.329" v="674" actId="27636"/>
        <pc:sldMkLst>
          <pc:docMk/>
          <pc:sldMk cId="0" sldId="260"/>
        </pc:sldMkLst>
        <pc:spChg chg="mod">
          <ac:chgData name="Logesh Palanisamy" userId="f2bd53d5cc5c9c6e" providerId="LiveId" clId="{0366DBDE-1827-4B8A-B8CD-98514A7E1EF8}" dt="2025-02-19T00:50:20.864" v="598" actId="2711"/>
          <ac:spMkLst>
            <pc:docMk/>
            <pc:sldMk cId="0" sldId="260"/>
            <ac:spMk id="2" creationId="{00000000-0000-0000-0000-000000000000}"/>
          </ac:spMkLst>
        </pc:spChg>
        <pc:spChg chg="mod">
          <ac:chgData name="Logesh Palanisamy" userId="f2bd53d5cc5c9c6e" providerId="LiveId" clId="{0366DBDE-1827-4B8A-B8CD-98514A7E1EF8}" dt="2025-02-19T00:53:55.329" v="674" actId="27636"/>
          <ac:spMkLst>
            <pc:docMk/>
            <pc:sldMk cId="0" sldId="260"/>
            <ac:spMk id="3" creationId="{00000000-0000-0000-0000-000000000000}"/>
          </ac:spMkLst>
        </pc:spChg>
      </pc:sldChg>
      <pc:sldChg chg="modSp mod">
        <pc:chgData name="Logesh Palanisamy" userId="f2bd53d5cc5c9c6e" providerId="LiveId" clId="{0366DBDE-1827-4B8A-B8CD-98514A7E1EF8}" dt="2025-02-19T01:04:43.739" v="1123" actId="255"/>
        <pc:sldMkLst>
          <pc:docMk/>
          <pc:sldMk cId="0" sldId="261"/>
        </pc:sldMkLst>
        <pc:spChg chg="mod">
          <ac:chgData name="Logesh Palanisamy" userId="f2bd53d5cc5c9c6e" providerId="LiveId" clId="{0366DBDE-1827-4B8A-B8CD-98514A7E1EF8}" dt="2025-02-19T01:03:21.588" v="1114" actId="2711"/>
          <ac:spMkLst>
            <pc:docMk/>
            <pc:sldMk cId="0" sldId="261"/>
            <ac:spMk id="2" creationId="{00000000-0000-0000-0000-000000000000}"/>
          </ac:spMkLst>
        </pc:spChg>
        <pc:spChg chg="mod">
          <ac:chgData name="Logesh Palanisamy" userId="f2bd53d5cc5c9c6e" providerId="LiveId" clId="{0366DBDE-1827-4B8A-B8CD-98514A7E1EF8}" dt="2025-02-19T01:04:43.739" v="1123" actId="255"/>
          <ac:spMkLst>
            <pc:docMk/>
            <pc:sldMk cId="0" sldId="261"/>
            <ac:spMk id="3" creationId="{00000000-0000-0000-0000-000000000000}"/>
          </ac:spMkLst>
        </pc:spChg>
      </pc:sldChg>
      <pc:sldChg chg="addSp delSp modSp mod">
        <pc:chgData name="Logesh Palanisamy" userId="f2bd53d5cc5c9c6e" providerId="LiveId" clId="{0366DBDE-1827-4B8A-B8CD-98514A7E1EF8}" dt="2025-02-19T00:56:09.276" v="694" actId="255"/>
        <pc:sldMkLst>
          <pc:docMk/>
          <pc:sldMk cId="0" sldId="262"/>
        </pc:sldMkLst>
        <pc:spChg chg="mod">
          <ac:chgData name="Logesh Palanisamy" userId="f2bd53d5cc5c9c6e" providerId="LiveId" clId="{0366DBDE-1827-4B8A-B8CD-98514A7E1EF8}" dt="2025-02-19T00:53:06.832" v="658" actId="2711"/>
          <ac:spMkLst>
            <pc:docMk/>
            <pc:sldMk cId="0" sldId="262"/>
            <ac:spMk id="2" creationId="{00000000-0000-0000-0000-000000000000}"/>
          </ac:spMkLst>
        </pc:spChg>
        <pc:spChg chg="del">
          <ac:chgData name="Logesh Palanisamy" userId="f2bd53d5cc5c9c6e" providerId="LiveId" clId="{0366DBDE-1827-4B8A-B8CD-98514A7E1EF8}" dt="2025-02-19T00:45:29.617" v="503"/>
          <ac:spMkLst>
            <pc:docMk/>
            <pc:sldMk cId="0" sldId="262"/>
            <ac:spMk id="3" creationId="{00000000-0000-0000-0000-000000000000}"/>
          </ac:spMkLst>
        </pc:spChg>
        <pc:spChg chg="add mod">
          <ac:chgData name="Logesh Palanisamy" userId="f2bd53d5cc5c9c6e" providerId="LiveId" clId="{0366DBDE-1827-4B8A-B8CD-98514A7E1EF8}" dt="2025-02-19T00:56:09.276" v="694" actId="255"/>
          <ac:spMkLst>
            <pc:docMk/>
            <pc:sldMk cId="0" sldId="262"/>
            <ac:spMk id="4" creationId="{2A014AC0-7317-3716-C559-AD74018792C7}"/>
          </ac:spMkLst>
        </pc:spChg>
      </pc:sldChg>
      <pc:sldChg chg="addSp delSp modSp mod">
        <pc:chgData name="Logesh Palanisamy" userId="f2bd53d5cc5c9c6e" providerId="LiveId" clId="{0366DBDE-1827-4B8A-B8CD-98514A7E1EF8}" dt="2025-02-19T00:57:58.998" v="721" actId="2711"/>
        <pc:sldMkLst>
          <pc:docMk/>
          <pc:sldMk cId="0" sldId="263"/>
        </pc:sldMkLst>
        <pc:spChg chg="mod">
          <ac:chgData name="Logesh Palanisamy" userId="f2bd53d5cc5c9c6e" providerId="LiveId" clId="{0366DBDE-1827-4B8A-B8CD-98514A7E1EF8}" dt="2025-02-19T00:57:04.802" v="715" actId="2711"/>
          <ac:spMkLst>
            <pc:docMk/>
            <pc:sldMk cId="0" sldId="263"/>
            <ac:spMk id="2" creationId="{00000000-0000-0000-0000-000000000000}"/>
          </ac:spMkLst>
        </pc:spChg>
        <pc:spChg chg="del">
          <ac:chgData name="Logesh Palanisamy" userId="f2bd53d5cc5c9c6e" providerId="LiveId" clId="{0366DBDE-1827-4B8A-B8CD-98514A7E1EF8}" dt="2025-02-19T00:13:43.166" v="196" actId="931"/>
          <ac:spMkLst>
            <pc:docMk/>
            <pc:sldMk cId="0" sldId="263"/>
            <ac:spMk id="3" creationId="{00000000-0000-0000-0000-000000000000}"/>
          </ac:spMkLst>
        </pc:spChg>
        <pc:spChg chg="add mod">
          <ac:chgData name="Logesh Palanisamy" userId="f2bd53d5cc5c9c6e" providerId="LiveId" clId="{0366DBDE-1827-4B8A-B8CD-98514A7E1EF8}" dt="2025-02-19T00:14:11.456" v="203" actId="21"/>
          <ac:spMkLst>
            <pc:docMk/>
            <pc:sldMk cId="0" sldId="263"/>
            <ac:spMk id="7" creationId="{C3E896D9-D437-5C52-8294-36BB4207BE5A}"/>
          </ac:spMkLst>
        </pc:spChg>
        <pc:spChg chg="add del mod">
          <ac:chgData name="Logesh Palanisamy" userId="f2bd53d5cc5c9c6e" providerId="LiveId" clId="{0366DBDE-1827-4B8A-B8CD-98514A7E1EF8}" dt="2025-02-19T00:20:38.744" v="301" actId="21"/>
          <ac:spMkLst>
            <pc:docMk/>
            <pc:sldMk cId="0" sldId="263"/>
            <ac:spMk id="8" creationId="{D059C70A-7717-3DE2-EE73-72E0B84E75C3}"/>
          </ac:spMkLst>
        </pc:spChg>
        <pc:spChg chg="add del mod">
          <ac:chgData name="Logesh Palanisamy" userId="f2bd53d5cc5c9c6e" providerId="LiveId" clId="{0366DBDE-1827-4B8A-B8CD-98514A7E1EF8}" dt="2025-02-19T00:20:00.263" v="297" actId="21"/>
          <ac:spMkLst>
            <pc:docMk/>
            <pc:sldMk cId="0" sldId="263"/>
            <ac:spMk id="9" creationId="{A31E39AC-E816-C8D0-580E-AE5F2D2248F8}"/>
          </ac:spMkLst>
        </pc:spChg>
        <pc:spChg chg="add del mod">
          <ac:chgData name="Logesh Palanisamy" userId="f2bd53d5cc5c9c6e" providerId="LiveId" clId="{0366DBDE-1827-4B8A-B8CD-98514A7E1EF8}" dt="2025-02-19T00:20:00.290" v="299"/>
          <ac:spMkLst>
            <pc:docMk/>
            <pc:sldMk cId="0" sldId="263"/>
            <ac:spMk id="10" creationId="{63515F67-3D04-94C0-A64C-12889E6EE735}"/>
          </ac:spMkLst>
        </pc:spChg>
        <pc:spChg chg="add mod">
          <ac:chgData name="Logesh Palanisamy" userId="f2bd53d5cc5c9c6e" providerId="LiveId" clId="{0366DBDE-1827-4B8A-B8CD-98514A7E1EF8}" dt="2025-02-19T00:57:36.621" v="718" actId="2711"/>
          <ac:spMkLst>
            <pc:docMk/>
            <pc:sldMk cId="0" sldId="263"/>
            <ac:spMk id="11" creationId="{72B61774-B5F7-CE9E-B330-5A36066A7457}"/>
          </ac:spMkLst>
        </pc:spChg>
        <pc:spChg chg="add mod">
          <ac:chgData name="Logesh Palanisamy" userId="f2bd53d5cc5c9c6e" providerId="LiveId" clId="{0366DBDE-1827-4B8A-B8CD-98514A7E1EF8}" dt="2025-02-19T00:57:13.804" v="716" actId="2711"/>
          <ac:spMkLst>
            <pc:docMk/>
            <pc:sldMk cId="0" sldId="263"/>
            <ac:spMk id="12" creationId="{C2717CF3-C18F-6A3B-1C5B-4427DCB1D6C6}"/>
          </ac:spMkLst>
        </pc:spChg>
        <pc:spChg chg="add mod">
          <ac:chgData name="Logesh Palanisamy" userId="f2bd53d5cc5c9c6e" providerId="LiveId" clId="{0366DBDE-1827-4B8A-B8CD-98514A7E1EF8}" dt="2025-02-19T00:57:26.676" v="717" actId="2711"/>
          <ac:spMkLst>
            <pc:docMk/>
            <pc:sldMk cId="0" sldId="263"/>
            <ac:spMk id="13" creationId="{B2AC9183-7866-DC63-9427-03933DDE02E4}"/>
          </ac:spMkLst>
        </pc:spChg>
        <pc:spChg chg="add del mod">
          <ac:chgData name="Logesh Palanisamy" userId="f2bd53d5cc5c9c6e" providerId="LiveId" clId="{0366DBDE-1827-4B8A-B8CD-98514A7E1EF8}" dt="2025-02-19T00:23:49.202" v="372" actId="21"/>
          <ac:spMkLst>
            <pc:docMk/>
            <pc:sldMk cId="0" sldId="263"/>
            <ac:spMk id="14" creationId="{8C96B05B-A6FE-8321-FDDB-DFC50F63CC36}"/>
          </ac:spMkLst>
        </pc:spChg>
        <pc:spChg chg="add mod">
          <ac:chgData name="Logesh Palanisamy" userId="f2bd53d5cc5c9c6e" providerId="LiveId" clId="{0366DBDE-1827-4B8A-B8CD-98514A7E1EF8}" dt="2025-02-19T00:57:45.609" v="719" actId="2711"/>
          <ac:spMkLst>
            <pc:docMk/>
            <pc:sldMk cId="0" sldId="263"/>
            <ac:spMk id="15" creationId="{53B410DB-E1E7-1802-9839-99002A62333B}"/>
          </ac:spMkLst>
        </pc:spChg>
        <pc:spChg chg="add mod">
          <ac:chgData name="Logesh Palanisamy" userId="f2bd53d5cc5c9c6e" providerId="LiveId" clId="{0366DBDE-1827-4B8A-B8CD-98514A7E1EF8}" dt="2025-02-19T00:57:51.715" v="720" actId="2711"/>
          <ac:spMkLst>
            <pc:docMk/>
            <pc:sldMk cId="0" sldId="263"/>
            <ac:spMk id="16" creationId="{C13F6686-5145-6C7B-F699-0BEF85FCE195}"/>
          </ac:spMkLst>
        </pc:spChg>
        <pc:spChg chg="add mod">
          <ac:chgData name="Logesh Palanisamy" userId="f2bd53d5cc5c9c6e" providerId="LiveId" clId="{0366DBDE-1827-4B8A-B8CD-98514A7E1EF8}" dt="2025-02-19T00:57:58.998" v="721" actId="2711"/>
          <ac:spMkLst>
            <pc:docMk/>
            <pc:sldMk cId="0" sldId="263"/>
            <ac:spMk id="17" creationId="{291B19D4-33CC-C90D-9D57-876FAB238BF1}"/>
          </ac:spMkLst>
        </pc:spChg>
        <pc:picChg chg="add del mod">
          <ac:chgData name="Logesh Palanisamy" userId="f2bd53d5cc5c9c6e" providerId="LiveId" clId="{0366DBDE-1827-4B8A-B8CD-98514A7E1EF8}" dt="2025-02-19T00:14:11.456" v="203" actId="21"/>
          <ac:picMkLst>
            <pc:docMk/>
            <pc:sldMk cId="0" sldId="263"/>
            <ac:picMk id="5" creationId="{5EE5976A-9B91-FAE7-F2CF-CA7E4AF0ACAE}"/>
          </ac:picMkLst>
        </pc:picChg>
        <pc:cxnChg chg="add mod">
          <ac:chgData name="Logesh Palanisamy" userId="f2bd53d5cc5c9c6e" providerId="LiveId" clId="{0366DBDE-1827-4B8A-B8CD-98514A7E1EF8}" dt="2025-02-19T00:32:11.299" v="464" actId="14100"/>
          <ac:cxnSpMkLst>
            <pc:docMk/>
            <pc:sldMk cId="0" sldId="263"/>
            <ac:cxnSpMk id="19" creationId="{23C38AEF-B078-85E8-5641-29E351966679}"/>
          </ac:cxnSpMkLst>
        </pc:cxnChg>
        <pc:cxnChg chg="add mod">
          <ac:chgData name="Logesh Palanisamy" userId="f2bd53d5cc5c9c6e" providerId="LiveId" clId="{0366DBDE-1827-4B8A-B8CD-98514A7E1EF8}" dt="2025-02-19T00:30:37.200" v="453" actId="1076"/>
          <ac:cxnSpMkLst>
            <pc:docMk/>
            <pc:sldMk cId="0" sldId="263"/>
            <ac:cxnSpMk id="22" creationId="{C3288662-77CA-A7F9-75C5-7FCDE8FE753D}"/>
          </ac:cxnSpMkLst>
        </pc:cxnChg>
        <pc:cxnChg chg="add mod">
          <ac:chgData name="Logesh Palanisamy" userId="f2bd53d5cc5c9c6e" providerId="LiveId" clId="{0366DBDE-1827-4B8A-B8CD-98514A7E1EF8}" dt="2025-02-19T00:31:50.254" v="460" actId="14100"/>
          <ac:cxnSpMkLst>
            <pc:docMk/>
            <pc:sldMk cId="0" sldId="263"/>
            <ac:cxnSpMk id="25" creationId="{874E97F6-FFA9-F8B9-ECAA-71BF6EBA5AC8}"/>
          </ac:cxnSpMkLst>
        </pc:cxnChg>
        <pc:cxnChg chg="add mod">
          <ac:chgData name="Logesh Palanisamy" userId="f2bd53d5cc5c9c6e" providerId="LiveId" clId="{0366DBDE-1827-4B8A-B8CD-98514A7E1EF8}" dt="2025-02-19T00:33:45.302" v="472" actId="1076"/>
          <ac:cxnSpMkLst>
            <pc:docMk/>
            <pc:sldMk cId="0" sldId="263"/>
            <ac:cxnSpMk id="33" creationId="{CD1D3096-611F-9228-6D6C-F3E9BE69EA4F}"/>
          </ac:cxnSpMkLst>
        </pc:cxnChg>
        <pc:cxnChg chg="add mod">
          <ac:chgData name="Logesh Palanisamy" userId="f2bd53d5cc5c9c6e" providerId="LiveId" clId="{0366DBDE-1827-4B8A-B8CD-98514A7E1EF8}" dt="2025-02-19T00:33:51.138" v="473" actId="1076"/>
          <ac:cxnSpMkLst>
            <pc:docMk/>
            <pc:sldMk cId="0" sldId="263"/>
            <ac:cxnSpMk id="36" creationId="{855F7C0A-4FF1-C0D4-1A12-FA668334AE7F}"/>
          </ac:cxnSpMkLst>
        </pc:cxnChg>
      </pc:sldChg>
      <pc:sldChg chg="addSp delSp modSp mod">
        <pc:chgData name="Logesh Palanisamy" userId="f2bd53d5cc5c9c6e" providerId="LiveId" clId="{0366DBDE-1827-4B8A-B8CD-98514A7E1EF8}" dt="2025-02-19T01:02:04.733" v="1045" actId="20577"/>
        <pc:sldMkLst>
          <pc:docMk/>
          <pc:sldMk cId="0" sldId="264"/>
        </pc:sldMkLst>
        <pc:spChg chg="mod">
          <ac:chgData name="Logesh Palanisamy" userId="f2bd53d5cc5c9c6e" providerId="LiveId" clId="{0366DBDE-1827-4B8A-B8CD-98514A7E1EF8}" dt="2025-02-19T01:02:04.733" v="1045" actId="20577"/>
          <ac:spMkLst>
            <pc:docMk/>
            <pc:sldMk cId="0" sldId="264"/>
            <ac:spMk id="2" creationId="{00000000-0000-0000-0000-000000000000}"/>
          </ac:spMkLst>
        </pc:spChg>
        <pc:spChg chg="del">
          <ac:chgData name="Logesh Palanisamy" userId="f2bd53d5cc5c9c6e" providerId="LiveId" clId="{0366DBDE-1827-4B8A-B8CD-98514A7E1EF8}" dt="2025-02-19T00:45:53.220" v="504"/>
          <ac:spMkLst>
            <pc:docMk/>
            <pc:sldMk cId="0" sldId="264"/>
            <ac:spMk id="3" creationId="{00000000-0000-0000-0000-000000000000}"/>
          </ac:spMkLst>
        </pc:spChg>
        <pc:spChg chg="add del mod">
          <ac:chgData name="Logesh Palanisamy" userId="f2bd53d5cc5c9c6e" providerId="LiveId" clId="{0366DBDE-1827-4B8A-B8CD-98514A7E1EF8}" dt="2025-02-19T00:45:55.686" v="505" actId="478"/>
          <ac:spMkLst>
            <pc:docMk/>
            <pc:sldMk cId="0" sldId="264"/>
            <ac:spMk id="4" creationId="{467941C5-4314-8E30-26B2-20B429F1A0D8}"/>
          </ac:spMkLst>
        </pc:spChg>
        <pc:spChg chg="add del mod">
          <ac:chgData name="Logesh Palanisamy" userId="f2bd53d5cc5c9c6e" providerId="LiveId" clId="{0366DBDE-1827-4B8A-B8CD-98514A7E1EF8}" dt="2025-02-19T00:46:04.685" v="506"/>
          <ac:spMkLst>
            <pc:docMk/>
            <pc:sldMk cId="0" sldId="264"/>
            <ac:spMk id="5" creationId="{FD5CB0B7-E0A0-FB8E-7F26-68E5F467626E}"/>
          </ac:spMkLst>
        </pc:spChg>
        <pc:spChg chg="add mod">
          <ac:chgData name="Logesh Palanisamy" userId="f2bd53d5cc5c9c6e" providerId="LiveId" clId="{0366DBDE-1827-4B8A-B8CD-98514A7E1EF8}" dt="2025-02-19T01:01:25.729" v="1034" actId="1076"/>
          <ac:spMkLst>
            <pc:docMk/>
            <pc:sldMk cId="0" sldId="264"/>
            <ac:spMk id="6" creationId="{7A1CA994-9609-A21A-09E0-74592CDD3F13}"/>
          </ac:spMkLst>
        </pc:spChg>
      </pc:sldChg>
      <pc:sldChg chg="modSp mod">
        <pc:chgData name="Logesh Palanisamy" userId="f2bd53d5cc5c9c6e" providerId="LiveId" clId="{0366DBDE-1827-4B8A-B8CD-98514A7E1EF8}" dt="2025-02-19T01:02:53.592" v="1094" actId="2711"/>
        <pc:sldMkLst>
          <pc:docMk/>
          <pc:sldMk cId="0" sldId="265"/>
        </pc:sldMkLst>
        <pc:spChg chg="mod">
          <ac:chgData name="Logesh Palanisamy" userId="f2bd53d5cc5c9c6e" providerId="LiveId" clId="{0366DBDE-1827-4B8A-B8CD-98514A7E1EF8}" dt="2025-02-19T01:02:53.592" v="1094" actId="2711"/>
          <ac:spMkLst>
            <pc:docMk/>
            <pc:sldMk cId="0" sldId="265"/>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2/19/2025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nature.com/articles/s41598-023-44955-1" TargetMode="External"/><Relationship Id="rId2" Type="http://schemas.openxmlformats.org/officeDocument/2006/relationships/hyperlink" Target="https://dl.acm.org/doi/10.1109/TITS.2013.2262098?utm_source=chatgpt.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335" y="1122680"/>
            <a:ext cx="11730990" cy="2387600"/>
          </a:xfrm>
        </p:spPr>
        <p:txBody>
          <a:bodyPr>
            <a:normAutofit/>
          </a:bodyPr>
          <a:lstStyle/>
          <a:p>
            <a:r>
              <a:rPr lang="en-US" altLang="en-GB" sz="3200" dirty="0">
                <a:latin typeface="Times New Roman" panose="02020603050405020304" charset="0"/>
                <a:cs typeface="Times New Roman" panose="02020603050405020304" charset="0"/>
              </a:rPr>
              <a:t>DEPARTMENT OF ELECTRONICS AND COMMUNICATION ENGINEERING</a:t>
            </a:r>
            <a:br>
              <a:rPr lang="en-US" altLang="en-GB" sz="3200" dirty="0">
                <a:latin typeface="Times New Roman" panose="02020603050405020304" charset="0"/>
                <a:cs typeface="Times New Roman" panose="02020603050405020304" charset="0"/>
              </a:rPr>
            </a:br>
            <a:br>
              <a:rPr lang="en-US" altLang="en-GB" sz="3200" dirty="0">
                <a:latin typeface="Times New Roman" panose="02020603050405020304" charset="0"/>
                <a:cs typeface="Times New Roman" panose="02020603050405020304" charset="0"/>
              </a:rPr>
            </a:br>
            <a:r>
              <a:rPr lang="en-US" altLang="en-GB" sz="3200" dirty="0">
                <a:latin typeface="Times New Roman" panose="02020603050405020304" charset="0"/>
                <a:cs typeface="Times New Roman" panose="02020603050405020304" charset="0"/>
              </a:rPr>
              <a:t>Academic Year 2024-2025 (EVEN SEM)</a:t>
            </a:r>
          </a:p>
        </p:txBody>
      </p:sp>
      <p:sp>
        <p:nvSpPr>
          <p:cNvPr id="3" name="Subtitle 2"/>
          <p:cNvSpPr>
            <a:spLocks noGrp="1"/>
          </p:cNvSpPr>
          <p:nvPr>
            <p:ph type="subTitle" idx="1"/>
          </p:nvPr>
        </p:nvSpPr>
        <p:spPr>
          <a:xfrm>
            <a:off x="949960" y="3602355"/>
            <a:ext cx="9718040" cy="2156460"/>
          </a:xfrm>
        </p:spPr>
        <p:txBody>
          <a:bodyPr/>
          <a:lstStyle/>
          <a:p>
            <a:endParaRPr lang="en-US" altLang="en-GB" sz="3200">
              <a:latin typeface="Times New Roman" panose="02020603050405020304" charset="0"/>
              <a:cs typeface="Times New Roman" panose="02020603050405020304" charset="0"/>
            </a:endParaRPr>
          </a:p>
          <a:p>
            <a:r>
              <a:rPr lang="en-US" altLang="en-GB" sz="2800">
                <a:latin typeface="Times New Roman" panose="02020603050405020304" charset="0"/>
                <a:cs typeface="Times New Roman" panose="02020603050405020304" charset="0"/>
              </a:rPr>
              <a:t>ECB1223 – MICROCONTROLLER AND INTERFACING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endParaRPr lang="en-US" altLang="en-GB" dirty="0"/>
          </a:p>
          <a:p>
            <a:pPr marL="0" indent="0" algn="ctr">
              <a:buNone/>
            </a:pPr>
            <a:r>
              <a:rPr lang="en-US" altLang="en-GB" sz="3500" dirty="0">
                <a:latin typeface="Times New Roman" panose="02020603050405020304" pitchFamily="18" charset="0"/>
                <a:cs typeface="Times New Roman" panose="02020603050405020304" pitchFamily="18" charset="0"/>
                <a:sym typeface="+mn-ea"/>
              </a:rPr>
              <a:t>VISUAL ANALYSIS OF EYE STATE AND HEAD POSE FOR DRIVER ALERTNESS MONITORING</a:t>
            </a:r>
            <a:endParaRPr lang="en-US" altLang="en-GB" sz="3500" dirty="0">
              <a:latin typeface="Times New Roman" panose="02020603050405020304" pitchFamily="18" charset="0"/>
              <a:cs typeface="Times New Roman" panose="02020603050405020304" pitchFamily="18" charset="0"/>
            </a:endParaRPr>
          </a:p>
          <a:p>
            <a:endParaRPr lang="en-US" altLang="en-GB" dirty="0"/>
          </a:p>
          <a:p>
            <a:endParaRPr lang="en-US" altLang="en-GB" dirty="0"/>
          </a:p>
          <a:p>
            <a:endParaRPr lang="en-US" altLang="en-GB" dirty="0"/>
          </a:p>
          <a:p>
            <a:pPr marL="0" indent="0">
              <a:buNone/>
            </a:pPr>
            <a:r>
              <a:rPr lang="en-US" altLang="en-GB" sz="2200" dirty="0">
                <a:latin typeface="Times New Roman" panose="02020603050405020304" pitchFamily="18" charset="0"/>
                <a:cs typeface="Times New Roman" panose="02020603050405020304" pitchFamily="18" charset="0"/>
              </a:rPr>
              <a:t>927623BEC038-DHARSHINI.P                                                         </a:t>
            </a:r>
          </a:p>
          <a:p>
            <a:pPr marL="0" indent="0">
              <a:buNone/>
            </a:pPr>
            <a:r>
              <a:rPr lang="en-US" altLang="en-GB" sz="2200" dirty="0">
                <a:latin typeface="Times New Roman" panose="02020603050405020304" pitchFamily="18" charset="0"/>
                <a:cs typeface="Times New Roman" panose="02020603050405020304" pitchFamily="18" charset="0"/>
              </a:rPr>
              <a:t>927623BEC047-DHIVYADHARSHINI.M</a:t>
            </a:r>
          </a:p>
          <a:p>
            <a:pPr marL="0" indent="0">
              <a:buNone/>
            </a:pPr>
            <a:r>
              <a:rPr lang="en-US" altLang="en-GB" sz="2200" dirty="0">
                <a:latin typeface="Times New Roman" panose="02020603050405020304" pitchFamily="18" charset="0"/>
                <a:cs typeface="Times New Roman" panose="02020603050405020304" pitchFamily="18" charset="0"/>
              </a:rPr>
              <a:t>927623BEC050-DIVYADHARSHINI.U</a:t>
            </a:r>
          </a:p>
          <a:p>
            <a:pPr marL="0" indent="0">
              <a:buNone/>
            </a:pPr>
            <a:r>
              <a:rPr lang="en-US" altLang="en-GB" sz="2200" dirty="0">
                <a:latin typeface="Times New Roman" panose="02020603050405020304" pitchFamily="18" charset="0"/>
                <a:cs typeface="Times New Roman" panose="02020603050405020304" pitchFamily="18" charset="0"/>
              </a:rPr>
              <a:t>927623BEC051-DURKA SRI.N</a:t>
            </a:r>
          </a:p>
          <a:p>
            <a:endParaRPr lang="en-US" alt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GB"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normAutofit fontScale="92500"/>
          </a:bodyPr>
          <a:lstStyle/>
          <a:p>
            <a:pPr marL="0" indent="0" algn="just">
              <a:lnSpc>
                <a:spcPct val="150000"/>
              </a:lnSpc>
              <a:buNone/>
            </a:pPr>
            <a:r>
              <a:rPr lang="en-US" altLang="en-US" dirty="0"/>
              <a:t>	</a:t>
            </a:r>
            <a:r>
              <a:rPr lang="en-US" altLang="en-US" dirty="0">
                <a:latin typeface="Times New Roman" panose="02020603050405020304" pitchFamily="18" charset="0"/>
                <a:cs typeface="Times New Roman" panose="02020603050405020304" pitchFamily="18" charset="0"/>
              </a:rPr>
              <a:t>Driver fatigue and distraction are major causes of road accidents, jeopardizing road safety. Existing systems for driver monitoring often lack real-time, accurate detection of eye state and head pose, which are critical indicators of alertness. This project aims to develop a microcontroller-based system that analyzes these visual cues to monitor driver alertness. By detecting signs of drowsiness or distraction, the system will provide timely warnings, helping prevent accidents and promoting safer driving conditions.</a:t>
            </a:r>
            <a:endParaRPr lang="en-GB"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dirty="0">
                <a:latin typeface="Times New Roman" panose="02020603050405020304" pitchFamily="18" charset="0"/>
                <a:cs typeface="Times New Roman" panose="02020603050405020304" pitchFamily="18" charset="0"/>
              </a:rPr>
              <a:t>OBJECTIVE</a:t>
            </a:r>
          </a:p>
        </p:txBody>
      </p:sp>
      <p:sp>
        <p:nvSpPr>
          <p:cNvPr id="3" name="Content Placeholder 2"/>
          <p:cNvSpPr>
            <a:spLocks noGrp="1"/>
          </p:cNvSpPr>
          <p:nvPr>
            <p:ph idx="1"/>
          </p:nvPr>
        </p:nvSpPr>
        <p:spPr>
          <a:xfrm>
            <a:off x="838200" y="1825625"/>
            <a:ext cx="10515600" cy="4667250"/>
          </a:xfrm>
        </p:spPr>
        <p:txBody>
          <a:bodyPr>
            <a:normAutofit fontScale="92500" lnSpcReduction="10000"/>
          </a:bodyPr>
          <a:lstStyle/>
          <a:p>
            <a:pPr marL="0" indent="0" algn="just">
              <a:lnSpc>
                <a:spcPct val="150000"/>
              </a:lnSpc>
              <a:buNone/>
            </a:pPr>
            <a:r>
              <a:rPr lang="en-US" altLang="en-US" dirty="0"/>
              <a:t>	</a:t>
            </a:r>
            <a:r>
              <a:rPr lang="en-US" altLang="en-US" dirty="0">
                <a:latin typeface="Times New Roman" panose="02020603050405020304" pitchFamily="18" charset="0"/>
                <a:cs typeface="Times New Roman" panose="02020603050405020304" pitchFamily="18" charset="0"/>
              </a:rPr>
              <a:t>The objective of this project is to develop a system for driver alertness monitoring using a microcontroller, focusing on visual analysis of eye state and head pose. The system will utilize sensors and cameras to detect signs of fatigue, distraction, or drowsiness by analyzing the driver's eye movement and head position. The microcontroller will process the data to assess alertness levels and provide real-time feedback through alerts or notifications. This system aims to enhance road safety by ensuring drivers remain attentive, minimizing the risks of accidents caused by driver fatigue or distraction.</a:t>
            </a:r>
            <a:endParaRPr lang="en-GB"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838200" y="2240782"/>
            <a:ext cx="10515600" cy="3044650"/>
          </a:xfrm>
        </p:spPr>
        <p:txBody>
          <a:bodyPr>
            <a:normAutofit fontScale="92500"/>
          </a:bodyPr>
          <a:lstStyle/>
          <a:p>
            <a:pPr algn="just">
              <a:lnSpc>
                <a:spcPct val="150000"/>
              </a:lnSpc>
            </a:pPr>
            <a:r>
              <a:rPr lang="en-US" dirty="0">
                <a:latin typeface="Times New Roman" panose="02020603050405020304" pitchFamily="18" charset="0"/>
                <a:cs typeface="Times New Roman" panose="02020603050405020304" pitchFamily="18" charset="0"/>
              </a:rPr>
              <a:t>Eye State &amp; Head Pose Analysis:</a:t>
            </a:r>
          </a:p>
          <a:p>
            <a:pPr marL="0" indent="0" algn="just">
              <a:lnSpc>
                <a:spcPct val="150000"/>
              </a:lnSpc>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Uses eye openness ratio and head movements to classify alertness.</a:t>
            </a:r>
          </a:p>
          <a:p>
            <a:pPr algn="just">
              <a:lnSpc>
                <a:spcPct val="150000"/>
              </a:lnSpc>
            </a:pPr>
            <a:r>
              <a:rPr lang="en-US" dirty="0">
                <a:latin typeface="Times New Roman" panose="02020603050405020304" pitchFamily="18" charset="0"/>
                <a:cs typeface="Times New Roman" panose="02020603050405020304" pitchFamily="18" charset="0"/>
              </a:rPr>
              <a:t>Facial Landmark-Based Monitoring:</a:t>
            </a:r>
          </a:p>
          <a:p>
            <a:pPr marL="0" indent="0" algn="just">
              <a:lnSpc>
                <a:spcPct val="150000"/>
              </a:lnSpc>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Detects drowsiness via eye closure and head direction.</a:t>
            </a:r>
            <a:endParaRPr lang="en-GB"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dirty="0">
                <a:latin typeface="Times New Roman" panose="02020603050405020304" pitchFamily="18" charset="0"/>
                <a:cs typeface="Times New Roman" panose="02020603050405020304" pitchFamily="18" charset="0"/>
              </a:rPr>
              <a:t>PROPOSED METHOD</a:t>
            </a:r>
          </a:p>
        </p:txBody>
      </p:sp>
      <p:sp>
        <p:nvSpPr>
          <p:cNvPr id="4" name="Rectangle 1">
            <a:extLst>
              <a:ext uri="{FF2B5EF4-FFF2-40B4-BE49-F238E27FC236}">
                <a16:creationId xmlns:a16="http://schemas.microsoft.com/office/drawing/2014/main" id="{2A014AC0-7317-3716-C559-AD74018792C7}"/>
              </a:ext>
            </a:extLst>
          </p:cNvPr>
          <p:cNvSpPr>
            <a:spLocks noGrp="1" noChangeArrowheads="1"/>
          </p:cNvSpPr>
          <p:nvPr>
            <p:ph idx="1"/>
          </p:nvPr>
        </p:nvSpPr>
        <p:spPr bwMode="auto">
          <a:xfrm>
            <a:off x="717620" y="1858903"/>
            <a:ext cx="1184282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Eye Blink Detection:</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IR sensor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detects the blink rate.</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eyes remain closed for a prolonged period, the system triggers an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Head Pose Monitoring:</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MPU6050 sensor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tracks head movements.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the driver’s head tilts beyond a threshold angle, an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alarm is activated.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System:</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both drowsiness and distraction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detected,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buzzer and LED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warn the driver.</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can also send signals to an external module (e.g., IoT for remote monitoring).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dirty="0">
                <a:latin typeface="Times New Roman" panose="02020603050405020304" pitchFamily="18" charset="0"/>
                <a:cs typeface="Times New Roman" panose="02020603050405020304" pitchFamily="18" charset="0"/>
              </a:rPr>
              <a:t>BLOCK DIAGRAM</a:t>
            </a:r>
          </a:p>
        </p:txBody>
      </p:sp>
      <p:sp>
        <p:nvSpPr>
          <p:cNvPr id="7" name="Content Placeholder 6">
            <a:extLst>
              <a:ext uri="{FF2B5EF4-FFF2-40B4-BE49-F238E27FC236}">
                <a16:creationId xmlns:a16="http://schemas.microsoft.com/office/drawing/2014/main" id="{C3E896D9-D437-5C52-8294-36BB4207BE5A}"/>
              </a:ext>
            </a:extLst>
          </p:cNvPr>
          <p:cNvSpPr>
            <a:spLocks noGrp="1"/>
          </p:cNvSpPr>
          <p:nvPr>
            <p:ph idx="1"/>
          </p:nvPr>
        </p:nvSpPr>
        <p:spPr/>
        <p:txBody>
          <a:bodyPr/>
          <a:lstStyle/>
          <a:p>
            <a:endParaRPr lang="en-IN" dirty="0"/>
          </a:p>
        </p:txBody>
      </p:sp>
      <p:sp>
        <p:nvSpPr>
          <p:cNvPr id="11" name="Rectangle: Rounded Corners 10">
            <a:extLst>
              <a:ext uri="{FF2B5EF4-FFF2-40B4-BE49-F238E27FC236}">
                <a16:creationId xmlns:a16="http://schemas.microsoft.com/office/drawing/2014/main" id="{72B61774-B5F7-CE9E-B330-5A36066A7457}"/>
              </a:ext>
            </a:extLst>
          </p:cNvPr>
          <p:cNvSpPr/>
          <p:nvPr/>
        </p:nvSpPr>
        <p:spPr>
          <a:xfrm>
            <a:off x="5640478" y="3160452"/>
            <a:ext cx="1828800" cy="134858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COMPUTER</a:t>
            </a:r>
          </a:p>
        </p:txBody>
      </p:sp>
      <p:sp>
        <p:nvSpPr>
          <p:cNvPr id="12" name="Rectangle: Rounded Corners 11">
            <a:extLst>
              <a:ext uri="{FF2B5EF4-FFF2-40B4-BE49-F238E27FC236}">
                <a16:creationId xmlns:a16="http://schemas.microsoft.com/office/drawing/2014/main" id="{C2717CF3-C18F-6A3B-1C5B-4427DCB1D6C6}"/>
              </a:ext>
            </a:extLst>
          </p:cNvPr>
          <p:cNvSpPr/>
          <p:nvPr/>
        </p:nvSpPr>
        <p:spPr>
          <a:xfrm>
            <a:off x="1045029" y="3170904"/>
            <a:ext cx="1627833" cy="137159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DRIVER’S FACE</a:t>
            </a:r>
          </a:p>
        </p:txBody>
      </p:sp>
      <p:sp>
        <p:nvSpPr>
          <p:cNvPr id="13" name="Rectangle: Rounded Corners 12">
            <a:extLst>
              <a:ext uri="{FF2B5EF4-FFF2-40B4-BE49-F238E27FC236}">
                <a16:creationId xmlns:a16="http://schemas.microsoft.com/office/drawing/2014/main" id="{B2AC9183-7866-DC63-9427-03933DDE02E4}"/>
              </a:ext>
            </a:extLst>
          </p:cNvPr>
          <p:cNvSpPr/>
          <p:nvPr/>
        </p:nvSpPr>
        <p:spPr>
          <a:xfrm>
            <a:off x="3243944" y="3160453"/>
            <a:ext cx="1828800" cy="134857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CAMERA (EYE DETECTION)</a:t>
            </a:r>
          </a:p>
        </p:txBody>
      </p:sp>
      <p:sp>
        <p:nvSpPr>
          <p:cNvPr id="15" name="Rectangle: Rounded Corners 14">
            <a:extLst>
              <a:ext uri="{FF2B5EF4-FFF2-40B4-BE49-F238E27FC236}">
                <a16:creationId xmlns:a16="http://schemas.microsoft.com/office/drawing/2014/main" id="{53B410DB-E1E7-1802-9839-99002A62333B}"/>
              </a:ext>
            </a:extLst>
          </p:cNvPr>
          <p:cNvSpPr/>
          <p:nvPr/>
        </p:nvSpPr>
        <p:spPr>
          <a:xfrm>
            <a:off x="8050404" y="3170904"/>
            <a:ext cx="2355555" cy="134857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ARDUINO NANO</a:t>
            </a:r>
          </a:p>
        </p:txBody>
      </p:sp>
      <p:sp>
        <p:nvSpPr>
          <p:cNvPr id="16" name="Rectangle: Rounded Corners 15">
            <a:extLst>
              <a:ext uri="{FF2B5EF4-FFF2-40B4-BE49-F238E27FC236}">
                <a16:creationId xmlns:a16="http://schemas.microsoft.com/office/drawing/2014/main" id="{C13F6686-5145-6C7B-F699-0BEF85FCE195}"/>
              </a:ext>
            </a:extLst>
          </p:cNvPr>
          <p:cNvSpPr/>
          <p:nvPr/>
        </p:nvSpPr>
        <p:spPr>
          <a:xfrm>
            <a:off x="8050404" y="1788425"/>
            <a:ext cx="2355555" cy="86733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LED</a:t>
            </a:r>
          </a:p>
        </p:txBody>
      </p:sp>
      <p:sp>
        <p:nvSpPr>
          <p:cNvPr id="17" name="Rectangle: Rounded Corners 16">
            <a:extLst>
              <a:ext uri="{FF2B5EF4-FFF2-40B4-BE49-F238E27FC236}">
                <a16:creationId xmlns:a16="http://schemas.microsoft.com/office/drawing/2014/main" id="{291B19D4-33CC-C90D-9D57-876FAB238BF1}"/>
              </a:ext>
            </a:extLst>
          </p:cNvPr>
          <p:cNvSpPr/>
          <p:nvPr/>
        </p:nvSpPr>
        <p:spPr>
          <a:xfrm>
            <a:off x="8050404" y="5242854"/>
            <a:ext cx="2355555" cy="81114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BUZZER</a:t>
            </a:r>
          </a:p>
        </p:txBody>
      </p:sp>
      <p:cxnSp>
        <p:nvCxnSpPr>
          <p:cNvPr id="19" name="Straight Arrow Connector 18">
            <a:extLst>
              <a:ext uri="{FF2B5EF4-FFF2-40B4-BE49-F238E27FC236}">
                <a16:creationId xmlns:a16="http://schemas.microsoft.com/office/drawing/2014/main" id="{23C38AEF-B078-85E8-5641-29E351966679}"/>
              </a:ext>
            </a:extLst>
          </p:cNvPr>
          <p:cNvCxnSpPr>
            <a:cxnSpLocks/>
            <a:endCxn id="13" idx="1"/>
          </p:cNvCxnSpPr>
          <p:nvPr/>
        </p:nvCxnSpPr>
        <p:spPr>
          <a:xfrm flipV="1">
            <a:off x="2717189" y="3834743"/>
            <a:ext cx="526755" cy="104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3288662-77CA-A7F9-75C5-7FCDE8FE753D}"/>
              </a:ext>
            </a:extLst>
          </p:cNvPr>
          <p:cNvCxnSpPr>
            <a:stCxn id="13" idx="3"/>
            <a:endCxn id="11" idx="1"/>
          </p:cNvCxnSpPr>
          <p:nvPr/>
        </p:nvCxnSpPr>
        <p:spPr>
          <a:xfrm flipV="1">
            <a:off x="5072744" y="3834742"/>
            <a:ext cx="56773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74E97F6-FFA9-F8B9-ECAA-71BF6EBA5AC8}"/>
              </a:ext>
            </a:extLst>
          </p:cNvPr>
          <p:cNvCxnSpPr>
            <a:cxnSpLocks/>
            <a:endCxn id="15" idx="1"/>
          </p:cNvCxnSpPr>
          <p:nvPr/>
        </p:nvCxnSpPr>
        <p:spPr>
          <a:xfrm flipV="1">
            <a:off x="7478488" y="3845194"/>
            <a:ext cx="571916" cy="115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D1D3096-611F-9228-6D6C-F3E9BE69EA4F}"/>
              </a:ext>
            </a:extLst>
          </p:cNvPr>
          <p:cNvCxnSpPr>
            <a:cxnSpLocks/>
            <a:stCxn id="15" idx="0"/>
            <a:endCxn id="16" idx="2"/>
          </p:cNvCxnSpPr>
          <p:nvPr/>
        </p:nvCxnSpPr>
        <p:spPr>
          <a:xfrm flipV="1">
            <a:off x="9228182" y="2655758"/>
            <a:ext cx="0" cy="5151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55F7C0A-4FF1-C0D4-1A12-FA668334AE7F}"/>
              </a:ext>
            </a:extLst>
          </p:cNvPr>
          <p:cNvCxnSpPr>
            <a:stCxn id="15" idx="2"/>
            <a:endCxn id="17" idx="0"/>
          </p:cNvCxnSpPr>
          <p:nvPr/>
        </p:nvCxnSpPr>
        <p:spPr>
          <a:xfrm>
            <a:off x="9228182" y="4519483"/>
            <a:ext cx="0" cy="7233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dirty="0">
                <a:latin typeface="Times New Roman" panose="02020603050405020304" pitchFamily="18" charset="0"/>
                <a:cs typeface="Times New Roman" panose="02020603050405020304" pitchFamily="18" charset="0"/>
              </a:rPr>
              <a:t>COMPONENTS </a:t>
            </a:r>
          </a:p>
        </p:txBody>
      </p:sp>
      <p:sp>
        <p:nvSpPr>
          <p:cNvPr id="6" name="Rectangle 2">
            <a:extLst>
              <a:ext uri="{FF2B5EF4-FFF2-40B4-BE49-F238E27FC236}">
                <a16:creationId xmlns:a16="http://schemas.microsoft.com/office/drawing/2014/main" id="{7A1CA994-9609-A21A-09E0-74592CDD3F13}"/>
              </a:ext>
            </a:extLst>
          </p:cNvPr>
          <p:cNvSpPr>
            <a:spLocks noGrp="1" noChangeArrowheads="1"/>
          </p:cNvSpPr>
          <p:nvPr>
            <p:ph idx="1"/>
          </p:nvPr>
        </p:nvSpPr>
        <p:spPr bwMode="auto">
          <a:xfrm>
            <a:off x="2144485" y="2241575"/>
            <a:ext cx="5755102"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Nano</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Eye Blink Sensor (IR Senso</a:t>
            </a:r>
            <a:r>
              <a:rPr lang="en-US" altLang="en-US" sz="2400" dirty="0">
                <a:latin typeface="Times New Roman" panose="02020603050405020304" pitchFamily="18" charset="0"/>
                <a:cs typeface="Times New Roman" panose="02020603050405020304" pitchFamily="18" charset="0"/>
              </a:rPr>
              <a:t>r)</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MPU6050 (Gyroscope &amp; Accelerometer)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Buzzer &amp; LED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 Module (OV7670 or ESP32-CAM)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GB" dirty="0">
                <a:latin typeface="Times New Roman" panose="02020603050405020304" pitchFamily="18" charset="0"/>
                <a:cs typeface="Times New Roman" panose="02020603050405020304" pitchFamily="18" charset="0"/>
              </a:rPr>
              <a:t>CIRCUIT/CONNECTION DIAGRAM</a:t>
            </a:r>
          </a:p>
        </p:txBody>
      </p:sp>
      <p:sp>
        <p:nvSpPr>
          <p:cNvPr id="3" name="Content Placeholder 2"/>
          <p:cNvSpPr>
            <a:spLocks noGrp="1"/>
          </p:cNvSpPr>
          <p:nvPr>
            <p:ph idx="1"/>
          </p:nvPr>
        </p:nvSpPr>
        <p:spPr/>
        <p:txBody>
          <a:bodyPr/>
          <a:lstStyle/>
          <a:p>
            <a:endParaRPr lang="en-GB"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dirty="0">
                <a:latin typeface="Times New Roman" panose="02020603050405020304" pitchFamily="18" charset="0"/>
                <a:cs typeface="Times New Roman" panose="02020603050405020304" pitchFamily="18" charset="0"/>
              </a:rPr>
              <a:t>REFERENCE</a:t>
            </a:r>
          </a:p>
        </p:txBody>
      </p:sp>
      <p:sp>
        <p:nvSpPr>
          <p:cNvPr id="3" name="Content Placeholder 2"/>
          <p:cNvSpPr>
            <a:spLocks noGrp="1"/>
          </p:cNvSpPr>
          <p:nvPr>
            <p:ph idx="1"/>
          </p:nvPr>
        </p:nvSpPr>
        <p:spPr>
          <a:xfrm>
            <a:off x="838200" y="2160395"/>
            <a:ext cx="10515600" cy="4016567"/>
          </a:xfrm>
        </p:spPr>
        <p:txBody>
          <a:bodyPr/>
          <a:lstStyle/>
          <a:p>
            <a:pPr>
              <a:lnSpc>
                <a:spcPct val="150000"/>
              </a:lnSpc>
            </a:pPr>
            <a:r>
              <a:rPr lang="en-GB" altLang="en-US" sz="24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https://dl.acm.org/doi/10.1109/TITS.2013.2262098?utm_source=chatgpt.com</a:t>
            </a:r>
            <a:endParaRPr lang="en-GB" altLang="en-US" sz="2400" dirty="0">
              <a:latin typeface="Times New Roman" panose="02020603050405020304" pitchFamily="18" charset="0"/>
              <a:cs typeface="Times New Roman" panose="02020603050405020304" pitchFamily="18" charset="0"/>
            </a:endParaRPr>
          </a:p>
          <a:p>
            <a:pPr>
              <a:lnSpc>
                <a:spcPct val="150000"/>
              </a:lnSpc>
            </a:pPr>
            <a:r>
              <a:rPr lang="en-GB" altLang="en-US" sz="24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https://www.nature.com/articles/s41598-023-44955-1</a:t>
            </a:r>
            <a:endParaRPr lang="en-GB" altLang="en-US" sz="2400" dirty="0">
              <a:latin typeface="Times New Roman" panose="02020603050405020304" pitchFamily="18" charset="0"/>
              <a:cs typeface="Times New Roman" panose="02020603050405020304" pitchFamily="18" charset="0"/>
            </a:endParaRPr>
          </a:p>
          <a:p>
            <a:endParaRPr lang="en-GB" alt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445</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DEPARTMENT OF ELECTRONICS AND COMMUNICATION ENGINEERING  Academic Year 2024-2025 (EVEN SEM)</vt:lpstr>
      <vt:lpstr>PowerPoint Presentation</vt:lpstr>
      <vt:lpstr>PROBLEM STATEMENT</vt:lpstr>
      <vt:lpstr>OBJECTIVE</vt:lpstr>
      <vt:lpstr>EXISTING SYSTEM</vt:lpstr>
      <vt:lpstr>PROPOSED METHOD</vt:lpstr>
      <vt:lpstr>BLOCK DIAGRAM</vt:lpstr>
      <vt:lpstr>COMPONENTS </vt:lpstr>
      <vt:lpstr>CIRCUIT/CONNECTION DIAGRAM</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ELECTRONICS AND COMMUNICATION ENGINEERING  Academic Year 2024-2025 (EVEN SEM)</dc:title>
  <dc:creator/>
  <cp:lastModifiedBy>Logesh Palanisamy</cp:lastModifiedBy>
  <cp:revision>5</cp:revision>
  <dcterms:created xsi:type="dcterms:W3CDTF">2025-01-31T04:50:00Z</dcterms:created>
  <dcterms:modified xsi:type="dcterms:W3CDTF">2025-02-19T01:05:27Z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BDBA348D67984CF9A3458B980A026AD5_11</vt:lpwstr>
  </property>
  <property fmtid="{D5CDD505-2E9C-101B-9397-08002B2CF9AE}" pid="3" name="KSOProductBuildVer">
    <vt:lpwstr>2057-12.2.0.19821</vt:lpwstr>
  </property>
</Properties>
</file>